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Fernhill Outdoor Co.: product roadmap, second half of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sample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Ultralight 1P 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Launch: October 2026</a:t>
            </a:r>
          </a:p>
          <a:p>
            <a:r>
              <a:t>Target weight: 1.1 kg</a:t>
            </a:r>
          </a:p>
          <a:p>
            <a:r>
              <a:t>Target retail price: 299.00</a:t>
            </a:r>
          </a:p>
          <a:p>
            <a:r>
              <a:t>Single-wall design, trekking-pole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 Alder pop-up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 2026-09-05 for 8 weeks</a:t>
            </a:r>
          </a:p>
          <a:p>
            <a:r>
              <a:t>Harbor Street 4 (fictional address)</a:t>
            </a:r>
          </a:p>
          <a:p>
            <a:r>
              <a:t>Goal: 600 visitors per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lead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Aluminum poles (Brightpeak Metals): 6 weeks</a:t>
            </a:r>
          </a:p>
          <a:p>
            <a:r>
              <a:t>Zippers and buckles: 4 weeks</a:t>
            </a:r>
          </a:p>
          <a:p>
            <a:r>
              <a:t>Fabric: see the Glacier Textiles supplier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H2 2026</dc:title>
  <dc:subject/>
  <dc:creator>Fernhill Outdoor Co. (fictional)</dc:creator>
  <cp:keywords/>
  <dc:description>Fictional sample data</dc:description>
  <cp:lastModifiedBy>Fernhill Outdoor Co. (fictional)</cp:lastModifiedBy>
  <cp:revision>1</cp:revision>
  <dcterms:created xsi:type="dcterms:W3CDTF">2026-01-01T00:00:00Z</dcterms:created>
  <dcterms:modified xsi:type="dcterms:W3CDTF">2026-01-01T00:00:00Z</dcterms:modified>
  <cp:category/>
</cp:coreProperties>
</file>